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Bitter Medium"/>
      <p:regular r:id="rId19"/>
    </p:embeddedFont>
    <p:embeddedFont>
      <p:font typeface="Bitter Medium"/>
      <p:regular r:id="rId20"/>
    </p:embeddedFont>
    <p:embeddedFont>
      <p:font typeface="Bitter Medium"/>
      <p:regular r:id="rId21"/>
    </p:embeddedFont>
    <p:embeddedFont>
      <p:font typeface="Bitter Medium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  <p:embeddedFont>
      <p:font typeface="Open Sans"/>
      <p:regular r:id="rId25"/>
    </p:embeddedFont>
    <p:embeddedFont>
      <p:font typeface="Open Sans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rakhichakrabarty8@gmail.com" TargetMode="Externa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://1.Marketing" TargetMode="Externa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9071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Pizza Sales Performance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48432"/>
            <a:ext cx="45444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i="1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                         UNIFIED MENTOR PROJECT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34292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Submission by Rakhi Chakrabarty, April 2025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96097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 ID – </a:t>
            </a:r>
            <a:pPr algn="l" indent="0" marL="0">
              <a:lnSpc>
                <a:spcPts val="2850"/>
              </a:lnSpc>
              <a:buNone/>
            </a:pPr>
            <a:r>
              <a:rPr lang="en-US" sz="1750" u="sng" spc="-36" kern="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rakhichakrabarty8@gmail.com</a:t>
            </a:r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5958840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10" y="5966460"/>
            <a:ext cx="347663" cy="3476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70040" y="5941933"/>
            <a:ext cx="2980611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spc="-36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by Rakhi Chakrabarty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6618" y="622340"/>
            <a:ext cx="5644515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00" spc="-133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Project Introduction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276618" y="1666518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09980" y="1899880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9980" y="2387918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 key sales patterns and trends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76618" y="3208139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9980" y="3441502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Source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09980" y="3929539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Pizza sales dataset covering full year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76618" y="4749760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9980" y="4983123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Tools Used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9980" y="5471160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Tableau Public for interactive dashboard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76618" y="6291382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09980" y="6524744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Approach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09980" y="7012781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Professional filtering, layout, insights generation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Fields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 ID, Date and Time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Pizza Name and Size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Quantity, Total Price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Coverage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Transactions across different pizza types and sizes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9469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spans an entire year of sales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628174"/>
            <a:ext cx="11086386" cy="4207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5124569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spc="-11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Dashboard Overview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93790" y="6016228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Tableau dashboard features real-time filters: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93790" y="6541413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Pizza size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93790" y="6917174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Pizza name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3790" y="7292935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spc="-30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sales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235" y="816173"/>
            <a:ext cx="8098036" cy="4289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56765" y="768787"/>
            <a:ext cx="4543901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737235" y="5658445"/>
            <a:ext cx="5991463" cy="658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spc="-12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Orders by Day of the Week</a:t>
            </a:r>
            <a:endParaRPr lang="en-US" sz="4100" dirty="0"/>
          </a:p>
        </p:txBody>
      </p:sp>
      <p:sp>
        <p:nvSpPr>
          <p:cNvPr id="5" name="Shape 2"/>
          <p:cNvSpPr/>
          <p:nvPr/>
        </p:nvSpPr>
        <p:spPr>
          <a:xfrm>
            <a:off x="737235" y="6869430"/>
            <a:ext cx="473869" cy="473869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21725" y="6869430"/>
            <a:ext cx="2632948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spc="-6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Weekend Spike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421725" y="7324725"/>
            <a:ext cx="3560445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spc="-33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Friday and Saturday have highest orders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192792" y="6869430"/>
            <a:ext cx="473869" cy="473869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77282" y="6869430"/>
            <a:ext cx="2632948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spc="-6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Low Midweek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5877282" y="7324725"/>
            <a:ext cx="3560445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spc="-33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Tuesday and Wednesday show reduced volume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9648349" y="6869430"/>
            <a:ext cx="473869" cy="473869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839" y="6869430"/>
            <a:ext cx="2632948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spc="-6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Staffing &amp; Marketing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10332839" y="7324725"/>
            <a:ext cx="3560445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spc="-33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resources on weekends for impact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07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Best-Selling Pizzas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693194"/>
            <a:ext cx="8945523" cy="27867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81441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Classic Deluxe Pizza tops sales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625661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Barbecue Chicken Pizza follows closely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581441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Hawaiian and Pepperoni also strong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9521" y="625661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promotions around these key pizzas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860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Sales by Pizza Size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9016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5090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Large Favorites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5580578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 pizzas have highest sales volume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667" y="509016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65783" y="5090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Medium Moderate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165783" y="5580578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Medium sizes perform well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642544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30906" y="64254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Smaller Sales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915864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Small pizzas have lowest sales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428667" y="642544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65783" y="64254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Upselling Potential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165783" y="6915864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Encourage upgrades to larger sizes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7468"/>
            <a:ext cx="494014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spc="-9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Monthly Pizza Sales Analysis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511141"/>
            <a:ext cx="6182439" cy="51677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913007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January spike: $488,530 revenue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7222569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Feb-Dec: stable $27K-$30K avg sales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516416" y="6913007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December lowest sales: seasonality effect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516416" y="7222569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campaigns to address dips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218" y="622340"/>
            <a:ext cx="6020514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00" spc="-133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Additional Observations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90218" y="1666518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3580" y="1899880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Order Peaks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3580" y="2387918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Lunch and early dinner (12–6 PM) highest volume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0218" y="3208139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3580" y="3441502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Seasonal Effects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3580" y="3929539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January revenue spike linked to holidays/offers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0218" y="4749760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3580" y="4983123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Low Popularity Items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3580" y="5471160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Some pizzas like Brie Carre have poor sales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0218" y="6291382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3580" y="6524744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Menu Optimization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23580" y="7012781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Consider revising or removing low-sale pizzas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3469"/>
            <a:ext cx="3765352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spc="-8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Recommendations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839039"/>
            <a:ext cx="737116" cy="8845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2005" y="198643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spc="-44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Promote Best Sellers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752005" y="2305169"/>
            <a:ext cx="120846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spc="-23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 offers on Classic Deluxe and Barbecue Chicken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723555"/>
            <a:ext cx="737116" cy="8845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52005" y="2870954"/>
            <a:ext cx="192607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spc="-44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Increase Midweek Sales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752005" y="3189684"/>
            <a:ext cx="120846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spc="-23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Introduce Tuesday-Wednesday discounts and loyalty rewards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608070"/>
            <a:ext cx="737116" cy="8845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52005" y="375546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spc="-44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Boost December Sales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1752005" y="4074200"/>
            <a:ext cx="120846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spc="-23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year-end marketing like Holiday Pizza Offers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492585"/>
            <a:ext cx="737116" cy="8845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52005" y="463998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spc="-44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Time-Based Deals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1752005" y="4958715"/>
            <a:ext cx="120846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spc="-23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Launch Lunch Hour Specials and Evening Deals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377101"/>
            <a:ext cx="737116" cy="88451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52005" y="552450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spc="-44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Inventory Focus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1752005" y="5843230"/>
            <a:ext cx="120846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spc="-23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Stock more Large size pizzas due to demand</a:t>
            </a:r>
            <a:endParaRPr lang="en-US" sz="11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261616"/>
            <a:ext cx="737116" cy="88451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752005" y="6409015"/>
            <a:ext cx="186273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spc="-44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Expand Customer Base</a:t>
            </a:r>
            <a:endParaRPr lang="en-US" sz="1450" dirty="0"/>
          </a:p>
        </p:txBody>
      </p:sp>
      <p:sp>
        <p:nvSpPr>
          <p:cNvPr id="20" name="Text 12"/>
          <p:cNvSpPr/>
          <p:nvPr/>
        </p:nvSpPr>
        <p:spPr>
          <a:xfrm>
            <a:off x="1752005" y="6727746"/>
            <a:ext cx="1208460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spc="-23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tasting bundles to promote less popular pizzas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07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331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i="1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Based on the analysis: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692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b="1" i="1" u="sng" spc="-36" kern="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Marketing</a:t>
            </a:r>
            <a:pPr algn="l" indent="0" marL="0">
              <a:lnSpc>
                <a:spcPts val="2850"/>
              </a:lnSpc>
              <a:buNone/>
            </a:pPr>
            <a:r>
              <a:rPr lang="en-US" sz="1750" b="1" i="1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efforts should focus on promoting best-selling pizzas during weekend evenings.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1144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b="1" i="1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Staff scheduling should be adjusted to handle peak order times effectively.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5364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b="1" i="1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Upselling large pizzas can help maximize revenue.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958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b="1" i="1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Seasonal campaigns should be reinforced during January and holiday periods.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94286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i="1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                                      …………Thank You…………..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2025-04-23T04:27:18Z</dcterms:created>
  <dcterms:modified xsi:type="dcterms:W3CDTF">2025-04-23T04:27:18Z</dcterms:modified>
</cp:coreProperties>
</file>